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6119813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C601FC-48AC-AA41-A6E2-38CC355C1E53}" v="6" dt="2023-11-15T21:19:25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6197"/>
  </p:normalViewPr>
  <p:slideViewPr>
    <p:cSldViewPr snapToGrid="0">
      <p:cViewPr varScale="1">
        <p:scale>
          <a:sx n="95" d="100"/>
          <a:sy n="95" d="100"/>
        </p:scale>
        <p:origin x="30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PAL Anshu" userId="70b5725a-d4ae-4725-8a29-018c6074e0a7" providerId="ADAL" clId="{49C669BF-3FDC-4C78-B155-06716E037C4F}"/>
    <pc:docChg chg="modSld">
      <pc:chgData name="UPPAL Anshu" userId="70b5725a-d4ae-4725-8a29-018c6074e0a7" providerId="ADAL" clId="{49C669BF-3FDC-4C78-B155-06716E037C4F}" dt="2023-07-20T16:40:31.747" v="130" actId="207"/>
      <pc:docMkLst>
        <pc:docMk/>
      </pc:docMkLst>
      <pc:sldChg chg="modSp mod">
        <pc:chgData name="UPPAL Anshu" userId="70b5725a-d4ae-4725-8a29-018c6074e0a7" providerId="ADAL" clId="{49C669BF-3FDC-4C78-B155-06716E037C4F}" dt="2023-07-20T16:40:31.747" v="130" actId="207"/>
        <pc:sldMkLst>
          <pc:docMk/>
          <pc:sldMk cId="3009197680" sldId="256"/>
        </pc:sldMkLst>
        <pc:spChg chg="mod">
          <ac:chgData name="UPPAL Anshu" userId="70b5725a-d4ae-4725-8a29-018c6074e0a7" providerId="ADAL" clId="{49C669BF-3FDC-4C78-B155-06716E037C4F}" dt="2023-07-13T15:06:22.807" v="129" actId="20577"/>
          <ac:spMkLst>
            <pc:docMk/>
            <pc:sldMk cId="3009197680" sldId="256"/>
            <ac:spMk id="5" creationId="{00000000-0000-0000-0000-000000000000}"/>
          </ac:spMkLst>
        </pc:spChg>
        <pc:spChg chg="mod">
          <ac:chgData name="UPPAL Anshu" userId="70b5725a-d4ae-4725-8a29-018c6074e0a7" providerId="ADAL" clId="{49C669BF-3FDC-4C78-B155-06716E037C4F}" dt="2023-07-20T16:40:31.747" v="130" actId="207"/>
          <ac:spMkLst>
            <pc:docMk/>
            <pc:sldMk cId="3009197680" sldId="256"/>
            <ac:spMk id="15" creationId="{00000000-0000-0000-0000-000000000000}"/>
          </ac:spMkLst>
        </pc:spChg>
        <pc:spChg chg="mod">
          <ac:chgData name="UPPAL Anshu" userId="70b5725a-d4ae-4725-8a29-018c6074e0a7" providerId="ADAL" clId="{49C669BF-3FDC-4C78-B155-06716E037C4F}" dt="2023-06-29T07:44:41.408" v="101" actId="14100"/>
          <ac:spMkLst>
            <pc:docMk/>
            <pc:sldMk cId="3009197680" sldId="256"/>
            <ac:spMk id="23" creationId="{00000000-0000-0000-0000-000000000000}"/>
          </ac:spMkLst>
        </pc:spChg>
        <pc:spChg chg="mod">
          <ac:chgData name="UPPAL Anshu" userId="70b5725a-d4ae-4725-8a29-018c6074e0a7" providerId="ADAL" clId="{49C669BF-3FDC-4C78-B155-06716E037C4F}" dt="2023-06-29T07:51:34.156" v="128" actId="20577"/>
          <ac:spMkLst>
            <pc:docMk/>
            <pc:sldMk cId="3009197680" sldId="256"/>
            <ac:spMk id="26" creationId="{00000000-0000-0000-0000-000000000000}"/>
          </ac:spMkLst>
        </pc:spChg>
        <pc:spChg chg="mod">
          <ac:chgData name="UPPAL Anshu" userId="70b5725a-d4ae-4725-8a29-018c6074e0a7" providerId="ADAL" clId="{49C669BF-3FDC-4C78-B155-06716E037C4F}" dt="2023-06-29T07:44:25.556" v="99" actId="1036"/>
          <ac:spMkLst>
            <pc:docMk/>
            <pc:sldMk cId="3009197680" sldId="256"/>
            <ac:spMk id="29" creationId="{00000000-0000-0000-0000-000000000000}"/>
          </ac:spMkLst>
        </pc:spChg>
        <pc:spChg chg="mod">
          <ac:chgData name="UPPAL Anshu" userId="70b5725a-d4ae-4725-8a29-018c6074e0a7" providerId="ADAL" clId="{49C669BF-3FDC-4C78-B155-06716E037C4F}" dt="2023-06-29T07:44:51.348" v="102" actId="1076"/>
          <ac:spMkLst>
            <pc:docMk/>
            <pc:sldMk cId="3009197680" sldId="256"/>
            <ac:spMk id="31" creationId="{00000000-0000-0000-0000-000000000000}"/>
          </ac:spMkLst>
        </pc:spChg>
        <pc:spChg chg="mod">
          <ac:chgData name="UPPAL Anshu" userId="70b5725a-d4ae-4725-8a29-018c6074e0a7" providerId="ADAL" clId="{49C669BF-3FDC-4C78-B155-06716E037C4F}" dt="2023-06-29T07:44:17.498" v="94" actId="1035"/>
          <ac:spMkLst>
            <pc:docMk/>
            <pc:sldMk cId="3009197680" sldId="256"/>
            <ac:spMk id="32" creationId="{00000000-0000-0000-0000-000000000000}"/>
          </ac:spMkLst>
        </pc:spChg>
        <pc:spChg chg="mod">
          <ac:chgData name="UPPAL Anshu" userId="70b5725a-d4ae-4725-8a29-018c6074e0a7" providerId="ADAL" clId="{49C669BF-3FDC-4C78-B155-06716E037C4F}" dt="2023-06-29T07:44:17.498" v="94" actId="1035"/>
          <ac:spMkLst>
            <pc:docMk/>
            <pc:sldMk cId="3009197680" sldId="256"/>
            <ac:spMk id="35" creationId="{00000000-0000-0000-0000-000000000000}"/>
          </ac:spMkLst>
        </pc:spChg>
        <pc:cxnChg chg="mod">
          <ac:chgData name="UPPAL Anshu" userId="70b5725a-d4ae-4725-8a29-018c6074e0a7" providerId="ADAL" clId="{49C669BF-3FDC-4C78-B155-06716E037C4F}" dt="2023-06-29T07:44:35.359" v="100" actId="14100"/>
          <ac:cxnSpMkLst>
            <pc:docMk/>
            <pc:sldMk cId="3009197680" sldId="256"/>
            <ac:cxnSpMk id="27" creationId="{00000000-0000-0000-0000-000000000000}"/>
          </ac:cxnSpMkLst>
        </pc:cxnChg>
        <pc:cxnChg chg="mod">
          <ac:chgData name="UPPAL Anshu" userId="70b5725a-d4ae-4725-8a29-018c6074e0a7" providerId="ADAL" clId="{49C669BF-3FDC-4C78-B155-06716E037C4F}" dt="2023-06-29T07:44:17.498" v="94" actId="1035"/>
          <ac:cxnSpMkLst>
            <pc:docMk/>
            <pc:sldMk cId="3009197680" sldId="256"/>
            <ac:cxnSpMk id="33" creationId="{00000000-0000-0000-0000-000000000000}"/>
          </ac:cxnSpMkLst>
        </pc:cxnChg>
        <pc:cxnChg chg="mod">
          <ac:chgData name="UPPAL Anshu" userId="70b5725a-d4ae-4725-8a29-018c6074e0a7" providerId="ADAL" clId="{49C669BF-3FDC-4C78-B155-06716E037C4F}" dt="2023-06-29T07:44:17.498" v="94" actId="1035"/>
          <ac:cxnSpMkLst>
            <pc:docMk/>
            <pc:sldMk cId="3009197680" sldId="256"/>
            <ac:cxnSpMk id="34" creationId="{00000000-0000-0000-0000-000000000000}"/>
          </ac:cxnSpMkLst>
        </pc:cxnChg>
      </pc:sldChg>
    </pc:docChg>
  </pc:docChgLst>
  <pc:docChgLst>
    <pc:chgData name="UPPAL Anshu" userId="70b5725a-d4ae-4725-8a29-018c6074e0a7" providerId="ADAL" clId="{B4C601FC-48AC-AA41-A6E2-38CC355C1E53}"/>
    <pc:docChg chg="undo custSel modSld modMainMaster">
      <pc:chgData name="UPPAL Anshu" userId="70b5725a-d4ae-4725-8a29-018c6074e0a7" providerId="ADAL" clId="{B4C601FC-48AC-AA41-A6E2-38CC355C1E53}" dt="2023-11-15T21:20:48.428" v="715" actId="14100"/>
      <pc:docMkLst>
        <pc:docMk/>
      </pc:docMkLst>
      <pc:sldChg chg="addSp delSp modSp mod">
        <pc:chgData name="UPPAL Anshu" userId="70b5725a-d4ae-4725-8a29-018c6074e0a7" providerId="ADAL" clId="{B4C601FC-48AC-AA41-A6E2-38CC355C1E53}" dt="2023-11-15T21:20:48.428" v="715" actId="14100"/>
        <pc:sldMkLst>
          <pc:docMk/>
          <pc:sldMk cId="3009197680" sldId="256"/>
        </pc:sldMkLst>
        <pc:spChg chg="mod">
          <ac:chgData name="UPPAL Anshu" userId="70b5725a-d4ae-4725-8a29-018c6074e0a7" providerId="ADAL" clId="{B4C601FC-48AC-AA41-A6E2-38CC355C1E53}" dt="2023-05-26T15:11:02.728" v="307" actId="20577"/>
          <ac:spMkLst>
            <pc:docMk/>
            <pc:sldMk cId="3009197680" sldId="256"/>
            <ac:spMk id="2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40.420" v="655" actId="1038"/>
          <ac:spMkLst>
            <pc:docMk/>
            <pc:sldMk cId="3009197680" sldId="256"/>
            <ac:spMk id="4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40.420" v="655" actId="1038"/>
          <ac:spMkLst>
            <pc:docMk/>
            <pc:sldMk cId="3009197680" sldId="256"/>
            <ac:spMk id="5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40.420" v="655" actId="1038"/>
          <ac:spMkLst>
            <pc:docMk/>
            <pc:sldMk cId="3009197680" sldId="256"/>
            <ac:spMk id="9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9:50.412" v="690" actId="1037"/>
          <ac:spMkLst>
            <pc:docMk/>
            <pc:sldMk cId="3009197680" sldId="256"/>
            <ac:spMk id="12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20:48.428" v="715" actId="14100"/>
          <ac:spMkLst>
            <pc:docMk/>
            <pc:sldMk cId="3009197680" sldId="256"/>
            <ac:spMk id="13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40.420" v="655" actId="1038"/>
          <ac:spMkLst>
            <pc:docMk/>
            <pc:sldMk cId="3009197680" sldId="256"/>
            <ac:spMk id="14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20:42.417" v="714" actId="1035"/>
          <ac:spMkLst>
            <pc:docMk/>
            <pc:sldMk cId="3009197680" sldId="256"/>
            <ac:spMk id="15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40.420" v="655" actId="1038"/>
          <ac:spMkLst>
            <pc:docMk/>
            <pc:sldMk cId="3009197680" sldId="256"/>
            <ac:spMk id="23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40.420" v="655" actId="1038"/>
          <ac:spMkLst>
            <pc:docMk/>
            <pc:sldMk cId="3009197680" sldId="256"/>
            <ac:spMk id="24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40.420" v="655" actId="1038"/>
          <ac:spMkLst>
            <pc:docMk/>
            <pc:sldMk cId="3009197680" sldId="256"/>
            <ac:spMk id="26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40.420" v="655" actId="1038"/>
          <ac:spMkLst>
            <pc:docMk/>
            <pc:sldMk cId="3009197680" sldId="256"/>
            <ac:spMk id="29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6:31.709" v="669" actId="14100"/>
          <ac:spMkLst>
            <pc:docMk/>
            <pc:sldMk cId="3009197680" sldId="256"/>
            <ac:spMk id="31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40.420" v="655" actId="1038"/>
          <ac:spMkLst>
            <pc:docMk/>
            <pc:sldMk cId="3009197680" sldId="256"/>
            <ac:spMk id="32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6:08.149" v="665" actId="1036"/>
          <ac:spMkLst>
            <pc:docMk/>
            <pc:sldMk cId="3009197680" sldId="256"/>
            <ac:spMk id="35" creationId="{00000000-0000-0000-0000-000000000000}"/>
          </ac:spMkLst>
        </pc:spChg>
        <pc:cxnChg chg="mod">
          <ac:chgData name="UPPAL Anshu" userId="70b5725a-d4ae-4725-8a29-018c6074e0a7" providerId="ADAL" clId="{B4C601FC-48AC-AA41-A6E2-38CC355C1E53}" dt="2023-11-15T21:15:40.420" v="655" actId="1038"/>
          <ac:cxnSpMkLst>
            <pc:docMk/>
            <pc:sldMk cId="3009197680" sldId="256"/>
            <ac:cxnSpMk id="17" creationId="{00000000-0000-0000-0000-000000000000}"/>
          </ac:cxnSpMkLst>
        </pc:cxnChg>
        <pc:cxnChg chg="mod">
          <ac:chgData name="UPPAL Anshu" userId="70b5725a-d4ae-4725-8a29-018c6074e0a7" providerId="ADAL" clId="{B4C601FC-48AC-AA41-A6E2-38CC355C1E53}" dt="2023-11-15T21:15:40.420" v="655" actId="1038"/>
          <ac:cxnSpMkLst>
            <pc:docMk/>
            <pc:sldMk cId="3009197680" sldId="256"/>
            <ac:cxnSpMk id="18" creationId="{00000000-0000-0000-0000-000000000000}"/>
          </ac:cxnSpMkLst>
        </pc:cxnChg>
        <pc:cxnChg chg="del mod">
          <ac:chgData name="UPPAL Anshu" userId="70b5725a-d4ae-4725-8a29-018c6074e0a7" providerId="ADAL" clId="{B4C601FC-48AC-AA41-A6E2-38CC355C1E53}" dt="2023-11-15T21:17:33.841" v="672" actId="478"/>
          <ac:cxnSpMkLst>
            <pc:docMk/>
            <pc:sldMk cId="3009197680" sldId="256"/>
            <ac:cxnSpMk id="21" creationId="{00000000-0000-0000-0000-000000000000}"/>
          </ac:cxnSpMkLst>
        </pc:cxnChg>
        <pc:cxnChg chg="add del mod">
          <ac:chgData name="UPPAL Anshu" userId="70b5725a-d4ae-4725-8a29-018c6074e0a7" providerId="ADAL" clId="{B4C601FC-48AC-AA41-A6E2-38CC355C1E53}" dt="2023-11-15T21:18:45.102" v="681" actId="478"/>
          <ac:cxnSpMkLst>
            <pc:docMk/>
            <pc:sldMk cId="3009197680" sldId="256"/>
            <ac:cxnSpMk id="22" creationId="{00000000-0000-0000-0000-000000000000}"/>
          </ac:cxnSpMkLst>
        </pc:cxnChg>
        <pc:cxnChg chg="mod">
          <ac:chgData name="UPPAL Anshu" userId="70b5725a-d4ae-4725-8a29-018c6074e0a7" providerId="ADAL" clId="{B4C601FC-48AC-AA41-A6E2-38CC355C1E53}" dt="2023-11-15T21:15:40.420" v="655" actId="1038"/>
          <ac:cxnSpMkLst>
            <pc:docMk/>
            <pc:sldMk cId="3009197680" sldId="256"/>
            <ac:cxnSpMk id="25" creationId="{00000000-0000-0000-0000-000000000000}"/>
          </ac:cxnSpMkLst>
        </pc:cxnChg>
        <pc:cxnChg chg="mod">
          <ac:chgData name="UPPAL Anshu" userId="70b5725a-d4ae-4725-8a29-018c6074e0a7" providerId="ADAL" clId="{B4C601FC-48AC-AA41-A6E2-38CC355C1E53}" dt="2023-11-15T21:15:40.420" v="655" actId="1038"/>
          <ac:cxnSpMkLst>
            <pc:docMk/>
            <pc:sldMk cId="3009197680" sldId="256"/>
            <ac:cxnSpMk id="27" creationId="{00000000-0000-0000-0000-000000000000}"/>
          </ac:cxnSpMkLst>
        </pc:cxnChg>
        <pc:cxnChg chg="mod">
          <ac:chgData name="UPPAL Anshu" userId="70b5725a-d4ae-4725-8a29-018c6074e0a7" providerId="ADAL" clId="{B4C601FC-48AC-AA41-A6E2-38CC355C1E53}" dt="2023-11-15T21:19:18.799" v="685" actId="14100"/>
          <ac:cxnSpMkLst>
            <pc:docMk/>
            <pc:sldMk cId="3009197680" sldId="256"/>
            <ac:cxnSpMk id="28" creationId="{00000000-0000-0000-0000-000000000000}"/>
          </ac:cxnSpMkLst>
        </pc:cxnChg>
        <pc:cxnChg chg="mod">
          <ac:chgData name="UPPAL Anshu" userId="70b5725a-d4ae-4725-8a29-018c6074e0a7" providerId="ADAL" clId="{B4C601FC-48AC-AA41-A6E2-38CC355C1E53}" dt="2023-11-15T21:16:26.063" v="668" actId="14100"/>
          <ac:cxnSpMkLst>
            <pc:docMk/>
            <pc:sldMk cId="3009197680" sldId="256"/>
            <ac:cxnSpMk id="33" creationId="{00000000-0000-0000-0000-000000000000}"/>
          </ac:cxnSpMkLst>
        </pc:cxnChg>
        <pc:cxnChg chg="mod">
          <ac:chgData name="UPPAL Anshu" userId="70b5725a-d4ae-4725-8a29-018c6074e0a7" providerId="ADAL" clId="{B4C601FC-48AC-AA41-A6E2-38CC355C1E53}" dt="2023-11-15T21:15:40.420" v="655" actId="1038"/>
          <ac:cxnSpMkLst>
            <pc:docMk/>
            <pc:sldMk cId="3009197680" sldId="256"/>
            <ac:cxnSpMk id="34" creationId="{00000000-0000-0000-0000-000000000000}"/>
          </ac:cxnSpMkLst>
        </pc:cxnChg>
        <pc:cxnChg chg="add del mod">
          <ac:chgData name="UPPAL Anshu" userId="70b5725a-d4ae-4725-8a29-018c6074e0a7" providerId="ADAL" clId="{B4C601FC-48AC-AA41-A6E2-38CC355C1E53}" dt="2023-11-15T21:18:19.255" v="679"/>
          <ac:cxnSpMkLst>
            <pc:docMk/>
            <pc:sldMk cId="3009197680" sldId="256"/>
            <ac:cxnSpMk id="36" creationId="{35840172-B7F2-13DA-D213-AA51E6276321}"/>
          </ac:cxnSpMkLst>
        </pc:cxnChg>
        <pc:cxnChg chg="add mod">
          <ac:chgData name="UPPAL Anshu" userId="70b5725a-d4ae-4725-8a29-018c6074e0a7" providerId="ADAL" clId="{B4C601FC-48AC-AA41-A6E2-38CC355C1E53}" dt="2023-11-15T21:19:09.864" v="684" actId="14100"/>
          <ac:cxnSpMkLst>
            <pc:docMk/>
            <pc:sldMk cId="3009197680" sldId="256"/>
            <ac:cxnSpMk id="37" creationId="{7DADF7E8-FFB9-C248-5B33-5A133DAB01C7}"/>
          </ac:cxnSpMkLst>
        </pc:cxnChg>
        <pc:cxnChg chg="add mod">
          <ac:chgData name="UPPAL Anshu" userId="70b5725a-d4ae-4725-8a29-018c6074e0a7" providerId="ADAL" clId="{B4C601FC-48AC-AA41-A6E2-38CC355C1E53}" dt="2023-11-15T21:19:43.453" v="687" actId="1076"/>
          <ac:cxnSpMkLst>
            <pc:docMk/>
            <pc:sldMk cId="3009197680" sldId="256"/>
            <ac:cxnSpMk id="40" creationId="{14FB708E-33D9-C2ED-34F6-07BA76256F37}"/>
          </ac:cxnSpMkLst>
        </pc:cxnChg>
      </pc:sldChg>
      <pc:sldMasterChg chg="modSp modSldLayout">
        <pc:chgData name="UPPAL Anshu" userId="70b5725a-d4ae-4725-8a29-018c6074e0a7" providerId="ADAL" clId="{B4C601FC-48AC-AA41-A6E2-38CC355C1E53}" dt="2023-11-15T21:14:57.582" v="639"/>
        <pc:sldMasterMkLst>
          <pc:docMk/>
          <pc:sldMasterMk cId="3314659688" sldId="2147483660"/>
        </pc:sldMasterMkLst>
        <pc:spChg chg="mod">
          <ac:chgData name="UPPAL Anshu" userId="70b5725a-d4ae-4725-8a29-018c6074e0a7" providerId="ADAL" clId="{B4C601FC-48AC-AA41-A6E2-38CC355C1E53}" dt="2023-11-15T21:14:57.582" v="639"/>
          <ac:spMkLst>
            <pc:docMk/>
            <pc:sldMasterMk cId="3314659688" sldId="2147483660"/>
            <ac:spMk id="2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4:57.582" v="639"/>
          <ac:spMkLst>
            <pc:docMk/>
            <pc:sldMasterMk cId="3314659688" sldId="2147483660"/>
            <ac:spMk id="3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4:57.582" v="639"/>
          <ac:spMkLst>
            <pc:docMk/>
            <pc:sldMasterMk cId="3314659688" sldId="2147483660"/>
            <ac:spMk id="4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4:57.582" v="639"/>
          <ac:spMkLst>
            <pc:docMk/>
            <pc:sldMasterMk cId="3314659688" sldId="2147483660"/>
            <ac:spMk id="5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4:57.582" v="639"/>
          <ac:spMkLst>
            <pc:docMk/>
            <pc:sldMasterMk cId="3314659688" sldId="2147483660"/>
            <ac:spMk id="6" creationId="{00000000-0000-0000-0000-000000000000}"/>
          </ac:spMkLst>
        </pc:spChg>
        <pc:sldLayoutChg chg="modSp">
          <pc:chgData name="UPPAL Anshu" userId="70b5725a-d4ae-4725-8a29-018c6074e0a7" providerId="ADAL" clId="{B4C601FC-48AC-AA41-A6E2-38CC355C1E53}" dt="2023-11-15T21:14:57.582" v="639"/>
          <pc:sldLayoutMkLst>
            <pc:docMk/>
            <pc:sldMasterMk cId="3314659688" sldId="2147483660"/>
            <pc:sldLayoutMk cId="232275028" sldId="2147483661"/>
          </pc:sldLayoutMkLst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232275028" sldId="2147483661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232275028" sldId="2147483661"/>
              <ac:spMk id="3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4:57.582" v="639"/>
          <pc:sldLayoutMkLst>
            <pc:docMk/>
            <pc:sldMasterMk cId="3314659688" sldId="2147483660"/>
            <pc:sldLayoutMk cId="1973620482" sldId="2147483663"/>
          </pc:sldLayoutMkLst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1973620482" sldId="2147483663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1973620482" sldId="2147483663"/>
              <ac:spMk id="3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4:57.582" v="639"/>
          <pc:sldLayoutMkLst>
            <pc:docMk/>
            <pc:sldMasterMk cId="3314659688" sldId="2147483660"/>
            <pc:sldLayoutMk cId="2396938210" sldId="2147483664"/>
          </pc:sldLayoutMkLst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2396938210" sldId="2147483664"/>
              <ac:spMk id="3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2396938210" sldId="2147483664"/>
              <ac:spMk id="4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4:57.582" v="639"/>
          <pc:sldLayoutMkLst>
            <pc:docMk/>
            <pc:sldMasterMk cId="3314659688" sldId="2147483660"/>
            <pc:sldLayoutMk cId="3875127331" sldId="2147483665"/>
          </pc:sldLayoutMkLst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3875127331" sldId="2147483665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3875127331" sldId="2147483665"/>
              <ac:spMk id="3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3875127331" sldId="2147483665"/>
              <ac:spMk id="4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3875127331" sldId="2147483665"/>
              <ac:spMk id="5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3875127331" sldId="2147483665"/>
              <ac:spMk id="6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4:57.582" v="639"/>
          <pc:sldLayoutMkLst>
            <pc:docMk/>
            <pc:sldMasterMk cId="3314659688" sldId="2147483660"/>
            <pc:sldLayoutMk cId="3644646299" sldId="2147483668"/>
          </pc:sldLayoutMkLst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3644646299" sldId="2147483668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3644646299" sldId="2147483668"/>
              <ac:spMk id="3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3644646299" sldId="2147483668"/>
              <ac:spMk id="4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4:57.582" v="639"/>
          <pc:sldLayoutMkLst>
            <pc:docMk/>
            <pc:sldMasterMk cId="3314659688" sldId="2147483660"/>
            <pc:sldLayoutMk cId="820093509" sldId="2147483669"/>
          </pc:sldLayoutMkLst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820093509" sldId="2147483669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820093509" sldId="2147483669"/>
              <ac:spMk id="3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820093509" sldId="2147483669"/>
              <ac:spMk id="4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4:57.582" v="639"/>
          <pc:sldLayoutMkLst>
            <pc:docMk/>
            <pc:sldMasterMk cId="3314659688" sldId="2147483660"/>
            <pc:sldLayoutMk cId="3841554983" sldId="2147483671"/>
          </pc:sldLayoutMkLst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3841554983" sldId="2147483671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4:57.582" v="639"/>
            <ac:spMkLst>
              <pc:docMk/>
              <pc:sldMasterMk cId="3314659688" sldId="2147483660"/>
              <pc:sldLayoutMk cId="3841554983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UPPAL Anshu" userId="70b5725a-d4ae-4725-8a29-018c6074e0a7" providerId="ADAL" clId="{B4C601FC-48AC-AA41-A6E2-38CC355C1E53}" dt="2023-11-15T21:15:21.733" v="640"/>
        <pc:sldMasterMkLst>
          <pc:docMk/>
          <pc:sldMasterMk cId="1897090159" sldId="2147483672"/>
        </pc:sldMasterMkLst>
        <pc:spChg chg="mod">
          <ac:chgData name="UPPAL Anshu" userId="70b5725a-d4ae-4725-8a29-018c6074e0a7" providerId="ADAL" clId="{B4C601FC-48AC-AA41-A6E2-38CC355C1E53}" dt="2023-11-15T21:15:21.733" v="640"/>
          <ac:spMkLst>
            <pc:docMk/>
            <pc:sldMasterMk cId="1897090159" sldId="2147483672"/>
            <ac:spMk id="2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21.733" v="640"/>
          <ac:spMkLst>
            <pc:docMk/>
            <pc:sldMasterMk cId="1897090159" sldId="2147483672"/>
            <ac:spMk id="3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21.733" v="640"/>
          <ac:spMkLst>
            <pc:docMk/>
            <pc:sldMasterMk cId="1897090159" sldId="2147483672"/>
            <ac:spMk id="4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21.733" v="640"/>
          <ac:spMkLst>
            <pc:docMk/>
            <pc:sldMasterMk cId="1897090159" sldId="2147483672"/>
            <ac:spMk id="5" creationId="{00000000-0000-0000-0000-000000000000}"/>
          </ac:spMkLst>
        </pc:spChg>
        <pc:spChg chg="mod">
          <ac:chgData name="UPPAL Anshu" userId="70b5725a-d4ae-4725-8a29-018c6074e0a7" providerId="ADAL" clId="{B4C601FC-48AC-AA41-A6E2-38CC355C1E53}" dt="2023-11-15T21:15:21.733" v="640"/>
          <ac:spMkLst>
            <pc:docMk/>
            <pc:sldMasterMk cId="1897090159" sldId="2147483672"/>
            <ac:spMk id="6" creationId="{00000000-0000-0000-0000-000000000000}"/>
          </ac:spMkLst>
        </pc:spChg>
        <pc:sldLayoutChg chg="modSp">
          <pc:chgData name="UPPAL Anshu" userId="70b5725a-d4ae-4725-8a29-018c6074e0a7" providerId="ADAL" clId="{B4C601FC-48AC-AA41-A6E2-38CC355C1E53}" dt="2023-11-15T21:15:21.733" v="640"/>
          <pc:sldLayoutMkLst>
            <pc:docMk/>
            <pc:sldMasterMk cId="1897090159" sldId="2147483672"/>
            <pc:sldLayoutMk cId="343544667" sldId="2147483673"/>
          </pc:sldLayoutMkLst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43544667" sldId="2147483673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43544667" sldId="2147483673"/>
              <ac:spMk id="3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5:21.733" v="640"/>
          <pc:sldLayoutMkLst>
            <pc:docMk/>
            <pc:sldMasterMk cId="1897090159" sldId="2147483672"/>
            <pc:sldLayoutMk cId="454785370" sldId="2147483675"/>
          </pc:sldLayoutMkLst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454785370" sldId="2147483675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454785370" sldId="2147483675"/>
              <ac:spMk id="3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5:21.733" v="640"/>
          <pc:sldLayoutMkLst>
            <pc:docMk/>
            <pc:sldMasterMk cId="1897090159" sldId="2147483672"/>
            <pc:sldLayoutMk cId="4091828221" sldId="2147483676"/>
          </pc:sldLayoutMkLst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4091828221" sldId="2147483676"/>
              <ac:spMk id="3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4091828221" sldId="2147483676"/>
              <ac:spMk id="4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5:21.733" v="640"/>
          <pc:sldLayoutMkLst>
            <pc:docMk/>
            <pc:sldMasterMk cId="1897090159" sldId="2147483672"/>
            <pc:sldLayoutMk cId="3555538561" sldId="2147483677"/>
          </pc:sldLayoutMkLst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555538561" sldId="2147483677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555538561" sldId="2147483677"/>
              <ac:spMk id="3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555538561" sldId="2147483677"/>
              <ac:spMk id="4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555538561" sldId="2147483677"/>
              <ac:spMk id="5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555538561" sldId="2147483677"/>
              <ac:spMk id="6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5:21.733" v="640"/>
          <pc:sldLayoutMkLst>
            <pc:docMk/>
            <pc:sldMasterMk cId="1897090159" sldId="2147483672"/>
            <pc:sldLayoutMk cId="3268919131" sldId="2147483680"/>
          </pc:sldLayoutMkLst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268919131" sldId="2147483680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268919131" sldId="2147483680"/>
              <ac:spMk id="3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268919131" sldId="2147483680"/>
              <ac:spMk id="4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5:21.733" v="640"/>
          <pc:sldLayoutMkLst>
            <pc:docMk/>
            <pc:sldMasterMk cId="1897090159" sldId="2147483672"/>
            <pc:sldLayoutMk cId="3309389744" sldId="2147483681"/>
          </pc:sldLayoutMkLst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309389744" sldId="2147483681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309389744" sldId="2147483681"/>
              <ac:spMk id="3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3309389744" sldId="2147483681"/>
              <ac:spMk id="4" creationId="{00000000-0000-0000-0000-000000000000}"/>
            </ac:spMkLst>
          </pc:spChg>
        </pc:sldLayoutChg>
        <pc:sldLayoutChg chg="modSp">
          <pc:chgData name="UPPAL Anshu" userId="70b5725a-d4ae-4725-8a29-018c6074e0a7" providerId="ADAL" clId="{B4C601FC-48AC-AA41-A6E2-38CC355C1E53}" dt="2023-11-15T21:15:21.733" v="640"/>
          <pc:sldLayoutMkLst>
            <pc:docMk/>
            <pc:sldMasterMk cId="1897090159" sldId="2147483672"/>
            <pc:sldLayoutMk cId="1729437648" sldId="2147483683"/>
          </pc:sldLayoutMkLst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1729437648" sldId="2147483683"/>
              <ac:spMk id="2" creationId="{00000000-0000-0000-0000-000000000000}"/>
            </ac:spMkLst>
          </pc:spChg>
          <pc:spChg chg="mod">
            <ac:chgData name="UPPAL Anshu" userId="70b5725a-d4ae-4725-8a29-018c6074e0a7" providerId="ADAL" clId="{B4C601FC-48AC-AA41-A6E2-38CC355C1E53}" dt="2023-11-15T21:15:21.733" v="640"/>
            <ac:spMkLst>
              <pc:docMk/>
              <pc:sldMasterMk cId="1897090159" sldId="2147483672"/>
              <pc:sldLayoutMk cId="1729437648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86" y="1296173"/>
            <a:ext cx="5201841" cy="2757347"/>
          </a:xfrm>
        </p:spPr>
        <p:txBody>
          <a:bodyPr anchor="b"/>
          <a:lstStyle>
            <a:lvl1pPr algn="ctr">
              <a:defRPr sz="401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4159854"/>
            <a:ext cx="4589860" cy="1912175"/>
          </a:xfrm>
        </p:spPr>
        <p:txBody>
          <a:bodyPr/>
          <a:lstStyle>
            <a:lvl1pPr marL="0" indent="0" algn="ctr">
              <a:buNone/>
              <a:defRPr sz="1606"/>
            </a:lvl1pPr>
            <a:lvl2pPr marL="306004" indent="0" algn="ctr">
              <a:buNone/>
              <a:defRPr sz="1339"/>
            </a:lvl2pPr>
            <a:lvl3pPr marL="612008" indent="0" algn="ctr">
              <a:buNone/>
              <a:defRPr sz="1205"/>
            </a:lvl3pPr>
            <a:lvl4pPr marL="918012" indent="0" algn="ctr">
              <a:buNone/>
              <a:defRPr sz="1071"/>
            </a:lvl4pPr>
            <a:lvl5pPr marL="1224016" indent="0" algn="ctr">
              <a:buNone/>
              <a:defRPr sz="1071"/>
            </a:lvl5pPr>
            <a:lvl6pPr marL="1530020" indent="0" algn="ctr">
              <a:buNone/>
              <a:defRPr sz="1071"/>
            </a:lvl6pPr>
            <a:lvl7pPr marL="1836024" indent="0" algn="ctr">
              <a:buNone/>
              <a:defRPr sz="1071"/>
            </a:lvl7pPr>
            <a:lvl8pPr marL="2142028" indent="0" algn="ctr">
              <a:buNone/>
              <a:defRPr sz="1071"/>
            </a:lvl8pPr>
            <a:lvl9pPr marL="2448032" indent="0" algn="ctr">
              <a:buNone/>
              <a:defRPr sz="1071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2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22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1974512"/>
            <a:ext cx="5278339" cy="3294515"/>
          </a:xfrm>
        </p:spPr>
        <p:txBody>
          <a:bodyPr anchor="b"/>
          <a:lstStyle>
            <a:lvl1pPr>
              <a:defRPr sz="401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5300194"/>
            <a:ext cx="5278339" cy="1732508"/>
          </a:xfrm>
        </p:spPr>
        <p:txBody>
          <a:bodyPr/>
          <a:lstStyle>
            <a:lvl1pPr marL="0" indent="0">
              <a:buNone/>
              <a:defRPr sz="1606">
                <a:solidFill>
                  <a:schemeClr val="tx1"/>
                </a:solidFill>
              </a:defRPr>
            </a:lvl1pPr>
            <a:lvl2pPr marL="306004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2pPr>
            <a:lvl3pPr marL="612008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3pPr>
            <a:lvl4pPr marL="91801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4pPr>
            <a:lvl5pPr marL="1224016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5pPr>
            <a:lvl6pPr marL="1530020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6pPr>
            <a:lvl7pPr marL="1836024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7pPr>
            <a:lvl8pPr marL="2142028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8pPr>
            <a:lvl9pPr marL="2448032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6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2108344"/>
            <a:ext cx="2600921" cy="50251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2108344"/>
            <a:ext cx="2600921" cy="50251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50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421671"/>
            <a:ext cx="5278339" cy="153084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5" y="1941510"/>
            <a:ext cx="2588967" cy="951504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5" y="2893014"/>
            <a:ext cx="2588967" cy="42551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1941510"/>
            <a:ext cx="2601718" cy="951504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6004" indent="0">
              <a:buNone/>
              <a:defRPr sz="1339" b="1"/>
            </a:lvl2pPr>
            <a:lvl3pPr marL="612008" indent="0">
              <a:buNone/>
              <a:defRPr sz="1205" b="1"/>
            </a:lvl3pPr>
            <a:lvl4pPr marL="918012" indent="0">
              <a:buNone/>
              <a:defRPr sz="1071" b="1"/>
            </a:lvl4pPr>
            <a:lvl5pPr marL="1224016" indent="0">
              <a:buNone/>
              <a:defRPr sz="1071" b="1"/>
            </a:lvl5pPr>
            <a:lvl6pPr marL="1530020" indent="0">
              <a:buNone/>
              <a:defRPr sz="1071" b="1"/>
            </a:lvl6pPr>
            <a:lvl7pPr marL="1836024" indent="0">
              <a:buNone/>
              <a:defRPr sz="1071" b="1"/>
            </a:lvl7pPr>
            <a:lvl8pPr marL="2142028" indent="0">
              <a:buNone/>
              <a:defRPr sz="1071" b="1"/>
            </a:lvl8pPr>
            <a:lvl9pPr marL="2448032" indent="0">
              <a:buNone/>
              <a:defRPr sz="107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2893014"/>
            <a:ext cx="2601718" cy="42551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9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27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28002"/>
            <a:ext cx="1973799" cy="1848009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1140341"/>
            <a:ext cx="3098155" cy="5628360"/>
          </a:xfrm>
        </p:spPr>
        <p:txBody>
          <a:bodyPr/>
          <a:lstStyle>
            <a:lvl1pPr>
              <a:defRPr sz="2142"/>
            </a:lvl1pPr>
            <a:lvl2pPr>
              <a:defRPr sz="1874"/>
            </a:lvl2pPr>
            <a:lvl3pPr>
              <a:defRPr sz="1606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2376011"/>
            <a:ext cx="1973799" cy="4401855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84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28002"/>
            <a:ext cx="1973799" cy="1848009"/>
          </a:xfrm>
        </p:spPr>
        <p:txBody>
          <a:bodyPr anchor="b"/>
          <a:lstStyle>
            <a:lvl1pPr>
              <a:defRPr sz="214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1140341"/>
            <a:ext cx="3098155" cy="5628360"/>
          </a:xfrm>
        </p:spPr>
        <p:txBody>
          <a:bodyPr anchor="t"/>
          <a:lstStyle>
            <a:lvl1pPr marL="0" indent="0">
              <a:buNone/>
              <a:defRPr sz="2142"/>
            </a:lvl1pPr>
            <a:lvl2pPr marL="306004" indent="0">
              <a:buNone/>
              <a:defRPr sz="1874"/>
            </a:lvl2pPr>
            <a:lvl3pPr marL="612008" indent="0">
              <a:buNone/>
              <a:defRPr sz="1606"/>
            </a:lvl3pPr>
            <a:lvl4pPr marL="918012" indent="0">
              <a:buNone/>
              <a:defRPr sz="1339"/>
            </a:lvl4pPr>
            <a:lvl5pPr marL="1224016" indent="0">
              <a:buNone/>
              <a:defRPr sz="1339"/>
            </a:lvl5pPr>
            <a:lvl6pPr marL="1530020" indent="0">
              <a:buNone/>
              <a:defRPr sz="1339"/>
            </a:lvl6pPr>
            <a:lvl7pPr marL="1836024" indent="0">
              <a:buNone/>
              <a:defRPr sz="1339"/>
            </a:lvl7pPr>
            <a:lvl8pPr marL="2142028" indent="0">
              <a:buNone/>
              <a:defRPr sz="1339"/>
            </a:lvl8pPr>
            <a:lvl9pPr marL="2448032" indent="0">
              <a:buNone/>
              <a:defRPr sz="1339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2376011"/>
            <a:ext cx="1973799" cy="4401855"/>
          </a:xfrm>
        </p:spPr>
        <p:txBody>
          <a:bodyPr/>
          <a:lstStyle>
            <a:lvl1pPr marL="0" indent="0">
              <a:buNone/>
              <a:defRPr sz="1071"/>
            </a:lvl1pPr>
            <a:lvl2pPr marL="306004" indent="0">
              <a:buNone/>
              <a:defRPr sz="937"/>
            </a:lvl2pPr>
            <a:lvl3pPr marL="612008" indent="0">
              <a:buNone/>
              <a:defRPr sz="803"/>
            </a:lvl3pPr>
            <a:lvl4pPr marL="918012" indent="0">
              <a:buNone/>
              <a:defRPr sz="669"/>
            </a:lvl4pPr>
            <a:lvl5pPr marL="1224016" indent="0">
              <a:buNone/>
              <a:defRPr sz="669"/>
            </a:lvl5pPr>
            <a:lvl6pPr marL="1530020" indent="0">
              <a:buNone/>
              <a:defRPr sz="669"/>
            </a:lvl6pPr>
            <a:lvl7pPr marL="1836024" indent="0">
              <a:buNone/>
              <a:defRPr sz="669"/>
            </a:lvl7pPr>
            <a:lvl8pPr marL="2142028" indent="0">
              <a:buNone/>
              <a:defRPr sz="669"/>
            </a:lvl8pPr>
            <a:lvl9pPr marL="2448032" indent="0">
              <a:buNone/>
              <a:defRPr sz="66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06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2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421669"/>
            <a:ext cx="1319585" cy="6711866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8" y="421669"/>
            <a:ext cx="3882256" cy="671186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421671"/>
            <a:ext cx="5278339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2108344"/>
            <a:ext cx="5278339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7340703"/>
            <a:ext cx="137695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8DD16-77BD-4A61-9DA5-98D116E64223}" type="datetimeFigureOut">
              <a:rPr lang="en-US" smtClean="0"/>
              <a:t>11/22/2023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7340703"/>
            <a:ext cx="2065437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7340703"/>
            <a:ext cx="137695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8DC38-63A6-4C2B-90BE-6A313AA41B6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3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12008" rtl="0" eaLnBrk="1" latinLnBrk="0" hangingPunct="1">
        <a:lnSpc>
          <a:spcPct val="90000"/>
        </a:lnSpc>
        <a:spcBef>
          <a:spcPct val="0"/>
        </a:spcBef>
        <a:buNone/>
        <a:defRPr sz="29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3002" indent="-153002" algn="l" defTabSz="612008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1874" kern="1200">
          <a:solidFill>
            <a:schemeClr val="tx1"/>
          </a:solidFill>
          <a:latin typeface="+mn-lt"/>
          <a:ea typeface="+mn-ea"/>
          <a:cs typeface="+mn-cs"/>
        </a:defRPr>
      </a:lvl1pPr>
      <a:lvl2pPr marL="459006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765010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3pPr>
      <a:lvl4pPr marL="1071014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377018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683022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989026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295030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601034" indent="-153002" algn="l" defTabSz="612008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004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008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012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016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020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6024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2028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8032" algn="l" defTabSz="612008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1203517" y="1951946"/>
            <a:ext cx="2012853" cy="3825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86" b="1" dirty="0"/>
              <a:t>Invited (n = 7,361)</a:t>
            </a: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-691737" y="991785"/>
            <a:ext cx="2302774" cy="3825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6" b="1" dirty="0"/>
              <a:t>Invitations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203519" y="31668"/>
            <a:ext cx="3487509" cy="15433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86" u="sng" dirty="0"/>
              <a:t>Eligibility criteria</a:t>
            </a:r>
          </a:p>
          <a:p>
            <a:pPr marL="299371" indent="-299371">
              <a:buFontTx/>
              <a:buChar char="-"/>
            </a:pPr>
            <a:r>
              <a:rPr lang="en-US" sz="1886" dirty="0"/>
              <a:t>Specchio-COVID19 participant</a:t>
            </a:r>
          </a:p>
          <a:p>
            <a:pPr marL="299371" indent="-299371">
              <a:buFontTx/>
              <a:buChar char="-"/>
            </a:pPr>
            <a:r>
              <a:rPr lang="en-US" sz="1886" dirty="0"/>
              <a:t>Age at invitation 18-64</a:t>
            </a:r>
          </a:p>
          <a:p>
            <a:pPr marL="299371" indent="-299371">
              <a:buFontTx/>
              <a:buChar char="-"/>
            </a:pPr>
            <a:r>
              <a:rPr lang="en-US" sz="1886" dirty="0"/>
              <a:t>In salaried employment at baseline</a:t>
            </a:r>
          </a:p>
        </p:txBody>
      </p:sp>
      <p:cxnSp>
        <p:nvCxnSpPr>
          <p:cNvPr id="18" name="Connecteur droit avec flèche 17"/>
          <p:cNvCxnSpPr>
            <a:cxnSpLocks/>
          </p:cNvCxnSpPr>
          <p:nvPr/>
        </p:nvCxnSpPr>
        <p:spPr>
          <a:xfrm>
            <a:off x="1534031" y="1579419"/>
            <a:ext cx="0" cy="3725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 rot="16200000">
            <a:off x="-1296383" y="4256758"/>
            <a:ext cx="3510173" cy="3825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6" b="1" dirty="0"/>
              <a:t>Inclusion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203522" y="2692946"/>
            <a:ext cx="2432647" cy="67274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86" b="1" dirty="0"/>
              <a:t>Responded (n = 3,133)</a:t>
            </a:r>
          </a:p>
          <a:p>
            <a:r>
              <a:rPr lang="en-US" sz="1886" dirty="0"/>
              <a:t>Response rate: 42.6%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2239715" y="3513392"/>
            <a:ext cx="3807570" cy="21237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86" u="sng" dirty="0"/>
              <a:t>Excluded (n = 269)</a:t>
            </a:r>
          </a:p>
          <a:p>
            <a:pPr marL="299371" indent="-299371">
              <a:buFontTx/>
              <a:buChar char="-"/>
            </a:pPr>
            <a:r>
              <a:rPr lang="en-US" sz="1886" dirty="0"/>
              <a:t>Not employed during previous 12 months (n = 56)</a:t>
            </a:r>
          </a:p>
          <a:p>
            <a:pPr marL="299371" indent="-299371">
              <a:buFontTx/>
              <a:buChar char="-"/>
            </a:pPr>
            <a:r>
              <a:rPr lang="en-US" sz="1886" dirty="0"/>
              <a:t>Not currently in salaried employment (n = 190)</a:t>
            </a:r>
          </a:p>
          <a:p>
            <a:pPr marL="299371" indent="-299371">
              <a:buFontTx/>
              <a:buChar char="-"/>
            </a:pPr>
            <a:r>
              <a:rPr lang="en-US" sz="1886" dirty="0"/>
              <a:t>Not employed prior to pandemic (n = 23)</a:t>
            </a:r>
          </a:p>
        </p:txBody>
      </p:sp>
      <p:cxnSp>
        <p:nvCxnSpPr>
          <p:cNvPr id="27" name="Connecteur droit avec flèche 26"/>
          <p:cNvCxnSpPr>
            <a:cxnSpLocks/>
          </p:cNvCxnSpPr>
          <p:nvPr/>
        </p:nvCxnSpPr>
        <p:spPr>
          <a:xfrm flipH="1">
            <a:off x="1534506" y="3367868"/>
            <a:ext cx="2693" cy="2449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>
            <a:cxnSpLocks/>
          </p:cNvCxnSpPr>
          <p:nvPr/>
        </p:nvCxnSpPr>
        <p:spPr>
          <a:xfrm>
            <a:off x="1534037" y="4496908"/>
            <a:ext cx="69491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1203519" y="5817556"/>
            <a:ext cx="2960079" cy="3825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86" dirty="0"/>
              <a:t>Included in study (n = 2,864)</a:t>
            </a:r>
            <a:endParaRPr lang="en-US" sz="1886" b="1" dirty="0"/>
          </a:p>
        </p:txBody>
      </p:sp>
      <p:sp>
        <p:nvSpPr>
          <p:cNvPr id="31" name="ZoneTexte 30"/>
          <p:cNvSpPr txBox="1"/>
          <p:nvPr/>
        </p:nvSpPr>
        <p:spPr>
          <a:xfrm rot="16200000">
            <a:off x="-204856" y="7025829"/>
            <a:ext cx="1315406" cy="3825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86" b="1" dirty="0"/>
              <a:t>Analysis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228952" y="6559400"/>
            <a:ext cx="3818331" cy="67274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86" u="sng" dirty="0"/>
              <a:t>Excluded (n = 4)</a:t>
            </a:r>
          </a:p>
          <a:p>
            <a:pPr marL="299371" indent="-299371">
              <a:buFontTx/>
              <a:buChar char="-"/>
            </a:pPr>
            <a:r>
              <a:rPr lang="en-US" sz="1886" dirty="0"/>
              <a:t>Age at invitation &lt; 25</a:t>
            </a:r>
          </a:p>
        </p:txBody>
      </p:sp>
      <p:cxnSp>
        <p:nvCxnSpPr>
          <p:cNvPr id="33" name="Connecteur droit avec flèche 32"/>
          <p:cNvCxnSpPr>
            <a:cxnSpLocks/>
          </p:cNvCxnSpPr>
          <p:nvPr/>
        </p:nvCxnSpPr>
        <p:spPr>
          <a:xfrm flipH="1">
            <a:off x="1534038" y="6203114"/>
            <a:ext cx="3167" cy="1296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>
            <a:cxnSpLocks/>
          </p:cNvCxnSpPr>
          <p:nvPr/>
        </p:nvCxnSpPr>
        <p:spPr>
          <a:xfrm>
            <a:off x="1534507" y="6936336"/>
            <a:ext cx="69443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1203524" y="7499286"/>
            <a:ext cx="2249661" cy="3825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86" b="1" dirty="0"/>
              <a:t>Analyzed (n = 2,860)</a:t>
            </a:r>
          </a:p>
        </p:txBody>
      </p:sp>
      <p:cxnSp>
        <p:nvCxnSpPr>
          <p:cNvPr id="25" name="Connecteur droit avec flèche 24"/>
          <p:cNvCxnSpPr/>
          <p:nvPr/>
        </p:nvCxnSpPr>
        <p:spPr>
          <a:xfrm>
            <a:off x="1534504" y="2345156"/>
            <a:ext cx="0" cy="3477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1976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837</TotalTime>
  <Words>95</Words>
  <Application>Microsoft Office PowerPoint</Application>
  <PresentationFormat>Personnalisé</PresentationFormat>
  <Paragraphs>18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Hôpitaux Universitaires de Genève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UPPAL Anshu</dc:creator>
  <cp:lastModifiedBy>UPPAL Anshu</cp:lastModifiedBy>
  <cp:revision>23</cp:revision>
  <dcterms:created xsi:type="dcterms:W3CDTF">2023-05-24T07:48:05Z</dcterms:created>
  <dcterms:modified xsi:type="dcterms:W3CDTF">2023-11-22T13:45:26Z</dcterms:modified>
</cp:coreProperties>
</file>